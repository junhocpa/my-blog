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6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Value.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전문성으로 가치를 키우는 곳,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회사소개서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4300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선영회계법인은 회계 · 세무 · 재무자문 분야에서 축적된 경험을 바탕으로 정밀하고 신뢰할 수 있는 서비스를 제공하는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집단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복잡한 재무 상황을 정확히 진단하고, 구조화된 해결책을 제시함으로써 기업의 지속 가능한 성장과 투명한 경영 환경 조성에 기여합니다. 회계사의 윤리성과 전문성을 바탕으로, 단순한 대행이 아닌 고객의 전략적 의사결정을 함께 설계하는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있는 동반자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로서 역할을 다합니다.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회계·재무자문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3703320"/>
            <a:ext cx="2606040" cy="7772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· Principles · Values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Purpose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64592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탁월함을 통한 선한 영향력의 실천.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복잡한 재무 환경에 명확한 기준과 전문적 해법을 제시함으로써 기업의 건전한 성장과 사회의 재무 투명성을 통해 지속 가능한 가치를 만들어갑니다.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Principles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1089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12724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with Ownership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467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집요한 주인의식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301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Technology for Excellence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496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전략적인 기술 활용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330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Uphold Integrity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3525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윤리와 독립성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Values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1089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12724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3467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핵심에 집중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36301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Thinking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166360" y="38496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입체적 사고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709160" y="41148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41330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43525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책임감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4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Offer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회계감사, 회계자문, 세무, 재무자문 등 기업의 재무 전반을 아우르는 핵심 서비스를 제공합니다.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2996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57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Assurance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77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기업의 재무 건전성과 투명성을 검증하는 맞춤형 회계감사 및 내부통제 진단 서비스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92024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202996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57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Accounting Advisory Services (AAS)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377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회계 이슈에 대한 실질적 자문과 IFRS 적용, 실사, 재무제표 작성 업무 지원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5584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83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Services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033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국내외 세무신고 대리와 조세 자문, 세무조사 대응 및 불복까지 종합 세무 서비스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3246120"/>
            <a:ext cx="397764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35584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3383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Advisory Services (FAS)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7033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M&amp;A, IPO, 사업 재편 등 전략적 의사결정을 위한 가치평가 · 실사 · 계약 자문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5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78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39948"/>
            <a:ext cx="2560320" cy="147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국내외 회계기준(K-IFRS, K-GAAP, US GAAP 등)에 따라 재무제표에 대한 독립적이고 객관적인 감사를 수행하고, 비재무 정보·내부통제·지속가능경영 보고서에 대한 독립적 검증 서비스를 제공합니다.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의무에 따른 회계감사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외부감사법에 의한 재무제표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상장법인 재무제표 감사 및 분·반기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금융기관 재무제표 감사, 공기업 결산감사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비영리법인 회계감사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내부회계관리제도 관련 서비스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1247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내부회계관리제도 구축 및 보완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평가 및 개선안 제시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1854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업종별 특수목적 감사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441448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아파트·재건축/재개발조합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펀드 및 유동화자산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정책자금 사용 관련 회계감사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7465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법정·규제 관련 기업 진단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002536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건설업법 등에 따른 기업 진단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 사용 내역 확인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면허 신청·갱신을 위한 진단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28269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기업거래 · 자본시장 · 특별목적 감사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538728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M&amp;A를 위한 재무제표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유가증권·코스닥시장 상장을 위한 회계감사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법원·금융기관·주주 요청 감사, 임의감사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2843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부정위험 예방 및 감사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3099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부정위험 예방 및 적발 감사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로열티 확인 감사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6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Accounting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(AAS)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6323"/>
            <a:ext cx="2560320" cy="1271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회계기준 도입, 복잡한 거래에 대한 회계처리, 내부회계관리제도 구축 등 다양한 상황에서 명확하고 실무적인 해석과 실행 방안을 제시합니다.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및 재무 자문 서비스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5303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합의된 절차 이행 업무 (Agreed-upon Procedure)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자산·부채 실사 (Due Diligence)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재무제표 작성 및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처리에 대한 자문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18541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IFRS 및 기업회계기준 관련 서비스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44144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IFRS 도입을 위한 사전 분석 및 평가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IFRS 시스템의 설계 및 적용 자문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063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및 전문 개발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1927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기업회계기준 및 국제기업회계기준 교육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준수 및 회계기준 이해도 향상 프로그램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7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51760" cy="78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39948"/>
            <a:ext cx="2560320" cy="147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복잡하게 변화하는 세법 환경 속에서 기업의 세무 리스크를 최소화하고, 합리적인 세금 전략을 수립할 수 있도록 지원합니다. 세무조정·신고대리부터 국제조세, 세무조사 대응까지 종합 세무 서비스를 제공합니다.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세무조정 등 신고대리 및 세무자문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124712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법인세 세무조정, 부가가치세·소득세·상속증여세 신고서 작성 및 검토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수정신고 및 경정청구 대리, 유권해석 질의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비상장주식 평가 등 재산제세 자문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86868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관련 세무실사 및 자문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124712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합병·분할·사업양수도·현물출자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영업권 세무검토, IPO·주식변동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세무실사 (Tax Due Diligence)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965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국제조세 자문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2219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해외투자 관련 세무자문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외국법인의 국내자회사 설립 세무자문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659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세무조사 지원 및 조세불복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2219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세무조사 대비 사전 세무진단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과세전적부심사·이의신청·심사·심판청구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843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서비스 (Transfer Pricing)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099816"/>
            <a:ext cx="2514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전략·정책 수립, 연구 및 문서화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사전가격승인(APA) 취득 지원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이전가격 세무조사 방어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8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Advisory Services (FAS)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89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M&amp;A, 기업가치 평가, 실사(Due Diligence), 사업 타당성 분석 등 기업의 중요한 의사결정을 돕습니다.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인수합병 자문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전략, 가치평가, 실사, 계약 등 M&amp;A 전 과정을 종합 지원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전략 수립 및 거래구조 자문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매각·매수 대상 기업 발굴 지원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기업가치 평가 (Valuation), 영업권 평가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실사 (Due Diligence)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주식·사업양수도 계약서 검토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후 통합 자문 (PMI)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투자유치 / 자금조달 (Financing)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IPO 자문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회계·재무·지배구조·내부통제 전반의 상장 준비 컨설팅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기업공개 전략 수립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주간사 선정 및 제휴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재무실사 및 기업가치 평가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예비심사청구서 작성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 자료 작성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874520"/>
            <a:ext cx="2651760" cy="269748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재편성 자문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분할·합병·사업양수도·지주회사 전환의 최적 방안 설계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88036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 환경 분석 및 장단기 경영 전략 수립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분석 및 사업계획서 작성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지배구조 조정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분석과 재무 진단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9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Results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입증된 결과, 신뢰로 이어진 파트너십. 수많은 기업의 회계·세무·재무 과제를 함께 해결하며 정량적 성과와 정성적 가치를 동시에 증명해왔습니다.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회계자문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상장사 P사 내부회계 및 내부통제 구축 업무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 정보통신업체 P사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세무자문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합병 관련 세무검토 및 합병비율 분석, 주식가치평가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대기업 N사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26480" y="192024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207568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20756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세무자문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35915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외국계 기업 총괄 주식가치평가 및 국제조세업무 수행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 바이오기업 C사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 업무 수행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개발·공급 기업 K사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9184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347472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회계감사 업무 수행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항만시설관리운영사 P사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26480" y="3246120"/>
            <a:ext cx="2651760" cy="114300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9360" y="340156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6305A"/>
          </a:solidFill>
          <a:ln w="12700">
            <a:solidFill>
              <a:srgbClr val="16305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09360" y="340156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회계자문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36850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표준회계처리 DB 구축용역 수행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133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시장형 공기업 H사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Experts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분야에서 풍부한 경험과 탁월한 전문성을 바탕으로, 고객의 복잡한 문제를 정확히 진단하고 효율적인 해결책을 제시하는 책임감 있는 동반자입니다.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최학수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회계사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7452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7452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황휘순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한만현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이지훈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264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이준호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1280160" cy="100584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이범기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2670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공인회계사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Principles  ·  Act with Ownership  |  Leverage Technology for Excellence  |  Uphold Integrity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seonyeong</a:t>
            </a:r>
            <a:pPr indent="0" marL="0">
              <a:buNone/>
            </a:pPr>
            <a:r>
              <a:rPr lang="en-US" sz="650" spc="100" kern="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ACCOUNTING CORPORATION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  |  11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C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궁금한 점을 남겨주세요.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A9C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선영회계법인에서 연락드리겠습니다.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대표번호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02-2183-1367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43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강남구 테헤란로70길 12, 6층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업무시간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 ~ 18:00 (주말 및 공휴일 제외)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www.syacc.co.kr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457200" y="4114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73736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junholee@syacc.co.kr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240280"/>
            <a:ext cx="2651760" cy="1965960"/>
          </a:xfrm>
          <a:prstGeom prst="rect">
            <a:avLst/>
          </a:prstGeom>
          <a:solidFill>
            <a:srgbClr val="0C111C"/>
          </a:solidFill>
          <a:ln w="9525">
            <a:solidFill>
              <a:srgbClr val="1E26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4231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상호명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624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선영회계법인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971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172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최학수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520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21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144-86-03413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ⓒ SeonYeong Acc Corp. All rights reserved.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선영회계법인 회사소개</dc:title>
  <dc:subject>PptxGenJS Presentation</dc:subject>
  <dc:creator>PptxGenJS</dc:creator>
  <cp:lastModifiedBy>PptxGenJS</cp:lastModifiedBy>
  <cp:revision>1</cp:revision>
  <dcterms:created xsi:type="dcterms:W3CDTF">2026-09-03T03:27:54Z</dcterms:created>
  <dcterms:modified xsi:type="dcterms:W3CDTF">2026-09-03T03:27:54Z</dcterms:modified>
</cp:coreProperties>
</file>