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선영회계법인 회사소개서 표지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858000" cy="6858000"/>
          </a:xfrm>
          <a:prstGeom prst="ellipse">
            <a:avLst/>
          </a:prstGeom>
          <a:solidFill>
            <a:srgbClr val="132C52"/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206240"/>
            <a:ext cx="4023360" cy="4023360"/>
          </a:xfrm>
          <a:prstGeom prst="ellipse">
            <a:avLst/>
          </a:prstGeom>
          <a:solidFill>
            <a:srgbClr val="132C52"/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선영회계법인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C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SEONYEONG Accounting Corporation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신뢰할 수 있는 전략적 파트너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080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C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www.syacc.co.kr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77095" y="6080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C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01168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EXCELLENCE.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19202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전문성으로 가치를 키우는 곳,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선영회계법인.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34290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회계·세무·재무자문 분야의 깊은 경험으로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비즈니스에 전략적 가치를 더합니다.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선영회계법인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개요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복잡한 재무 상황을 정확히 진단하고, 구조화된 해결책을 제시함으로써 기업의 지속 가능한 성장과 투명한 경영 환경 조성에 기여합니다.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회계사의 윤리성과 전문성을 바탕으로, 단순한 대행이 아닌 고객의 전략적 파트너로서 함께합니다.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19202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5684" y="204368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23760" y="1865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설립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21396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12월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278892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29718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4" y="309524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23760" y="2916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7223760" y="31912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테헤란로70길 12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309360" y="384048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92240" y="402336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414680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23760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회계사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7223760" y="42428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최학수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309360" y="48920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92240" y="50749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519836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23760" y="50200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사업영역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7223760" y="52943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Audit · Accounting Advisory · Tax · Financial Advisory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858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선영회계법인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일하는 원칙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48840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50" y="2346350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0632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진단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8404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복잡한 재무 상황을 정확히 진단합니다. 문제의 실체를 먼저 파악합니다.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178308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48840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670" y="2346350"/>
            <a:ext cx="336499" cy="33649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09160" y="30632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구조화된 해결책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38404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회계·세무·재무를 아우르는 구조화된 해결책을 제시합니다.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92440" y="178308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2148840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990" y="2346350"/>
            <a:ext cx="336499" cy="33649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12480" y="30632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 가능한 성장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38404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기업의 지속 가능한 성장과 투명한 경영 환경 조성에 기여합니다.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85800" y="539496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97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윤리성  ·  전문성  ·  전략적 파트너십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선영회계법인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영역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542032" cy="3749040"/>
          </a:xfrm>
          <a:prstGeom prst="roundRect">
            <a:avLst>
              <a:gd name="adj" fmla="val 3597"/>
            </a:avLst>
          </a:prstGeom>
          <a:solidFill>
            <a:srgbClr val="132C52"/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03120"/>
            <a:ext cx="685800" cy="6858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276856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29718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Assurance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2461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회계감사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79476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C7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K-IFRS · K-GAAP · US GAAP 등 국내외 회계기준에 따른 독립적·객관적 재무제표 감사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47288" y="1783080"/>
            <a:ext cx="2542032" cy="3749040"/>
          </a:xfrm>
          <a:prstGeom prst="roundRect">
            <a:avLst>
              <a:gd name="adj" fmla="val 3597"/>
            </a:avLst>
          </a:prstGeom>
          <a:solidFill>
            <a:srgbClr val="132C52"/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21608" y="2103120"/>
            <a:ext cx="685800" cy="6858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344" y="227685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21608" y="29718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 Advisory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3721608" y="32461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회계자문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3721608" y="379476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C7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회계기준 도입, 복잡한 거래의 회계처리, 내부회계관리제도 구축 지원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08776" y="1783080"/>
            <a:ext cx="2542032" cy="3749040"/>
          </a:xfrm>
          <a:prstGeom prst="roundRect">
            <a:avLst>
              <a:gd name="adj" fmla="val 3597"/>
            </a:avLst>
          </a:prstGeom>
          <a:solidFill>
            <a:srgbClr val="132C52"/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83096" y="2103120"/>
            <a:ext cx="685800" cy="6858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276856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83096" y="29718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Services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483096" y="32461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6483096" y="379476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C7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세무조정과 각종 신고대리, 세무 리스크 최소화 및 합리적 세금 전략 수립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970264" y="1783080"/>
            <a:ext cx="2542032" cy="3749040"/>
          </a:xfrm>
          <a:prstGeom prst="roundRect">
            <a:avLst>
              <a:gd name="adj" fmla="val 3597"/>
            </a:avLst>
          </a:prstGeom>
          <a:solidFill>
            <a:srgbClr val="132C52"/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44584" y="2103120"/>
            <a:ext cx="685800" cy="6858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276856"/>
            <a:ext cx="338328" cy="33832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44584" y="29718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Advisory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9244584" y="32461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재무자문</a:t>
            </a:r>
            <a:endParaRPr lang="en-US" sz="2100" dirty="0"/>
          </a:p>
        </p:txBody>
      </p:sp>
      <p:sp>
        <p:nvSpPr>
          <p:cNvPr id="27" name="Text 21"/>
          <p:cNvSpPr txBox="1"/>
          <p:nvPr/>
        </p:nvSpPr>
        <p:spPr>
          <a:xfrm>
            <a:off x="9244584" y="379476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C7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M&amp;A, 기업가치 평가, 실사(Due Diligence), 사업 타당성 분석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858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C7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선영회계법인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C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ASSURANCE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회계감사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0312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415" y="2312975"/>
            <a:ext cx="357530" cy="3575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310896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투명한 회계 정보는 모든 이해관계자와 기업의 신뢰를 연결하는 기반입니다.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0" y="18562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1783080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재무제표 감사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2121408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K-IFRS, K-GAAP, US GAAP 등 국내외 회계기준에 따른 독립적·객관적 감사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95160" y="2633472"/>
            <a:ext cx="451073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278892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2715768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내부회계관리제도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3054096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상장사 내부회계관리제도 관련 업무 수행 경험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95160" y="3566160"/>
            <a:ext cx="451073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3721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995160" y="3648456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회계기준 대응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995160" y="3986784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국내외 기준 적용 이슈에 대한 검토와 대응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995160" y="4498848"/>
            <a:ext cx="451073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0" y="46542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995160" y="4581144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이해관계자 신뢰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995160" y="4919472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투명한 회계 정보로 투자자·금융기관·감독당국과의 신뢰 기반 구축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선영회계법인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 ADVISORY SERVICES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회계자문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0312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415" y="2312975"/>
            <a:ext cx="357530" cy="3575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310896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기업이 복잡한 회계 이슈에 효과적으로 대응할 수 있도록 전문적인 솔루션을 제공합니다.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0" y="18562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1783080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회계기준 도입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2121408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새로운 기준서 적용 영향 분석과 도입 지원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95160" y="2633472"/>
            <a:ext cx="451073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278892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2715768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거래의 회계처리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3054096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비정형 거래·구조화 거래에 대한 회계처리 검토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95160" y="3566160"/>
            <a:ext cx="451073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3721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995160" y="3648456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내부회계관리제도 구축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995160" y="3986784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설계·운영·평가 체계 구축 지원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995160" y="4498848"/>
            <a:ext cx="451073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0" y="46542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995160" y="4581144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표준회계처리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995160" y="4919472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회계처리 기준과 프로세스 표준화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선영회계법인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SERVICES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0312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415" y="2312975"/>
            <a:ext cx="357530" cy="3575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310896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복잡하게 변화하는 세법 환경 속에서 기업의 세무 리스크를 최소화하고, 합리적인 세금 전략을 수립할 수 있도록 지원합니다.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0" y="18562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1783080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세무조정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2121408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법인세·소득세 신고를 위한 결산 및 세무조정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95160" y="2633472"/>
            <a:ext cx="451073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278892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2715768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각종 신고대리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3054096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법인세·소득세·부가가치세·원천세 등 신고대리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95160" y="3566160"/>
            <a:ext cx="451073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3721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995160" y="3648456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 리스크 관리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995160" y="3986784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세법 변화에 따른 리스크 식별과 사전 대응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995160" y="4498848"/>
            <a:ext cx="451073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0" y="46542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995160" y="4581144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세금 전략 수립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995160" y="4919472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상황에 맞는 합리적인 세금 전략 설계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선영회계법인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ADVISORY SERVICES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재무자문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0312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415" y="2312975"/>
            <a:ext cx="357530" cy="3575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310896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기업의 가치 극대화를 위해 전문적인 재무 분석과 전략적 자문을 제공합니다.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0" y="18562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1783080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M&amp;A 자문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2121408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인수·합병 거래 구조 검토와 자문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95160" y="2633472"/>
            <a:ext cx="451073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278892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2715768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기업가치 평가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3054096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주식가치평가, 합병비율 분석 등 가치평가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95160" y="3566160"/>
            <a:ext cx="451073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3721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995160" y="3648456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 (Due Diligence)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995160" y="3986784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재무·세무 실사를 통한 거래 리스크 파악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995160" y="4498848"/>
            <a:ext cx="451073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0" y="46542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995160" y="4581144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타당성 분석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995160" y="4919472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투자·사업 의사결정을 위한 타당성 검토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선영회계법인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수행 실적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20095" cy="676656"/>
          </a:xfrm>
          <a:prstGeom prst="roundRect">
            <a:avLst>
              <a:gd name="adj" fmla="val 1081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8308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CONTROL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1783080"/>
            <a:ext cx="72539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상장사 P사 내부회계관리제도 관련 업무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587752"/>
            <a:ext cx="10820095" cy="676656"/>
          </a:xfrm>
          <a:prstGeom prst="roundRect">
            <a:avLst>
              <a:gd name="adj" fmla="val 1081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587752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587752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2587752"/>
            <a:ext cx="72539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합병비율 분석 및 주식가치평가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392424"/>
            <a:ext cx="10820095" cy="676656"/>
          </a:xfrm>
          <a:prstGeom prst="roundRect">
            <a:avLst>
              <a:gd name="adj" fmla="val 1081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392424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392424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3392424"/>
            <a:ext cx="72539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외국계 기업 총괄 주식가치평가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197096"/>
            <a:ext cx="10820095" cy="676656"/>
          </a:xfrm>
          <a:prstGeom prst="roundRect">
            <a:avLst>
              <a:gd name="adj" fmla="val 1081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197096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19709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4197096"/>
            <a:ext cx="72539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회계감사 업무 수행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5001768"/>
            <a:ext cx="10820095" cy="676656"/>
          </a:xfrm>
          <a:prstGeom prst="roundRect">
            <a:avLst>
              <a:gd name="adj" fmla="val 1081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5001768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001768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5001768"/>
            <a:ext cx="72539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표준회계처리 자문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8521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세부 실적은 고객사 비밀유지 의무에 따라 익명 처리되어 있습니다.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선영회계법인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40280"/>
            <a:ext cx="777240" cy="777240"/>
          </a:xfrm>
          <a:prstGeom prst="ellipse">
            <a:avLst/>
          </a:prstGeom>
          <a:solidFill>
            <a:srgbClr val="132C52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4460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22402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최학수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2697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7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회계사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200400" y="2011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89120" y="17830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24028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4460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715000" y="22402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황휘순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715000" y="2697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공인회계사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903720" y="2011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092440" y="17830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224028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0" y="24460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418320" y="22402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한만현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9418320" y="2697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공인회계사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0607040" y="2011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85800" y="374904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5840" y="420624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580" y="44119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011680" y="4206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이지훈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2011680" y="4663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공인회계사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3200400" y="3977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389120" y="374904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709160" y="420624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441198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715000" y="4206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이준호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5715000" y="4663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공인회계사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6903720" y="3977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8092440" y="374904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412480" y="420624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220" y="4411980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418320" y="4206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이범기</a:t>
            </a:r>
            <a:endParaRPr lang="en-US" sz="2000" dirty="0"/>
          </a:p>
        </p:txBody>
      </p:sp>
      <p:sp>
        <p:nvSpPr>
          <p:cNvPr id="38" name="Text 30"/>
          <p:cNvSpPr txBox="1"/>
          <p:nvPr/>
        </p:nvSpPr>
        <p:spPr>
          <a:xfrm>
            <a:off x="9418320" y="4663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공인회계사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10607040" y="3977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6858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선영회계법인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체계적이고 효율적인 운영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002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반복적인 업무는 시스템화·자동화하고, 구성원은 고객 응대와 회계·세무 이슈 해결에 집중합니다.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788920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50" y="2986430"/>
            <a:ext cx="336499" cy="33649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202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920240" y="3108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시스템화 · 자동화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7947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업무를 시스템으로 처리해 정확성과 속도를 확보합니다.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89120" y="242316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2788920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670" y="2986430"/>
            <a:ext cx="336499" cy="33649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2356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623560" y="3108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응대 집중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709160" y="37947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확보한 시간을 고객과의 소통과 맞춤 대응에 투입합니다.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92440" y="242316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12480" y="2788920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990" y="2986430"/>
            <a:ext cx="336499" cy="33649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32688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9326880" y="3108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이슈 해결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412480" y="37947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회계사의 전문성을 회계·세무 이슈의 실질적 해결에 집중합니다.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선영회계법인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91840"/>
            <a:ext cx="5943600" cy="5943600"/>
          </a:xfrm>
          <a:prstGeom prst="ellipse">
            <a:avLst/>
          </a:prstGeom>
          <a:solidFill>
            <a:srgbClr val="132C52"/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1440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신뢰할 수 있는 전략적 파트너,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선영회계법인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0" y="3017520"/>
            <a:ext cx="548640" cy="548640"/>
          </a:xfrm>
          <a:prstGeom prst="ellipse">
            <a:avLst/>
          </a:prstGeom>
          <a:solidFill>
            <a:srgbClr val="132C52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9984" y="31638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60920" y="2999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32552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테헤란로70길 12 (대치동)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3886200"/>
            <a:ext cx="548640" cy="548640"/>
          </a:xfrm>
          <a:prstGeom prst="ellipse">
            <a:avLst/>
          </a:prstGeom>
          <a:solidFill>
            <a:srgbClr val="132C52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403250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60920" y="3867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7360920" y="41239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02-1660-1261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583680" y="4754880"/>
            <a:ext cx="548640" cy="548640"/>
          </a:xfrm>
          <a:prstGeom prst="ellipse">
            <a:avLst/>
          </a:prstGeom>
          <a:solidFill>
            <a:srgbClr val="132C52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490118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360920" y="47365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7360920" y="4992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www.syacc.co.kr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5486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SEONYEONG Accounting Corporation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C7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선영회계법인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C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선영회계법인 회사소개서</dc:title>
  <dc:subject>PptxGenJS Presentation</dc:subject>
  <dc:creator>PptxGenJS</dc:creator>
  <cp:lastModifiedBy>PptxGenJS</cp:lastModifiedBy>
  <cp:revision>1</cp:revision>
  <dcterms:created xsi:type="dcterms:W3CDTF">2026-09-03T03:25:53Z</dcterms:created>
  <dcterms:modified xsi:type="dcterms:W3CDTF">2026-09-03T03:25:53Z</dcterms:modified>
</cp:coreProperties>
</file>